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8F3B98-EC28-4EAD-9C37-0343DF74B34A}" v="5" dt="2026-06-17T12:25:53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Ferrer Ferrando" userId="82e4dac2-e82b-42ca-8a9f-3448fe939e5b" providerId="ADAL" clId="{5F1B691C-1EA4-461B-8C36-EF772F55218E}"/>
    <pc:docChg chg="custSel addSld modSld">
      <pc:chgData name="David Ferrer Ferrando" userId="82e4dac2-e82b-42ca-8a9f-3448fe939e5b" providerId="ADAL" clId="{5F1B691C-1EA4-461B-8C36-EF772F55218E}" dt="2026-06-17T12:26:54.126" v="104" actId="1076"/>
      <pc:docMkLst>
        <pc:docMk/>
      </pc:docMkLst>
      <pc:sldChg chg="addSp delSp modSp new mod">
        <pc:chgData name="David Ferrer Ferrando" userId="82e4dac2-e82b-42ca-8a9f-3448fe939e5b" providerId="ADAL" clId="{5F1B691C-1EA4-461B-8C36-EF772F55218E}" dt="2026-06-17T12:26:54.126" v="104" actId="1076"/>
        <pc:sldMkLst>
          <pc:docMk/>
          <pc:sldMk cId="104226781" sldId="256"/>
        </pc:sldMkLst>
        <pc:spChg chg="del">
          <ac:chgData name="David Ferrer Ferrando" userId="82e4dac2-e82b-42ca-8a9f-3448fe939e5b" providerId="ADAL" clId="{5F1B691C-1EA4-461B-8C36-EF772F55218E}" dt="2026-06-17T12:20:45.114" v="1" actId="478"/>
          <ac:spMkLst>
            <pc:docMk/>
            <pc:sldMk cId="104226781" sldId="256"/>
            <ac:spMk id="2" creationId="{F4A32DB5-E5FF-3EA6-EB33-DD000F021EDA}"/>
          </ac:spMkLst>
        </pc:spChg>
        <pc:spChg chg="del">
          <ac:chgData name="David Ferrer Ferrando" userId="82e4dac2-e82b-42ca-8a9f-3448fe939e5b" providerId="ADAL" clId="{5F1B691C-1EA4-461B-8C36-EF772F55218E}" dt="2026-06-17T12:20:46.141" v="2" actId="478"/>
          <ac:spMkLst>
            <pc:docMk/>
            <pc:sldMk cId="104226781" sldId="256"/>
            <ac:spMk id="3" creationId="{236754AD-4771-41EF-E3D8-2F885BE30648}"/>
          </ac:spMkLst>
        </pc:spChg>
        <pc:grpChg chg="add mod">
          <ac:chgData name="David Ferrer Ferrando" userId="82e4dac2-e82b-42ca-8a9f-3448fe939e5b" providerId="ADAL" clId="{5F1B691C-1EA4-461B-8C36-EF772F55218E}" dt="2026-06-17T12:23:19.512" v="84" actId="164"/>
          <ac:grpSpMkLst>
            <pc:docMk/>
            <pc:sldMk cId="104226781" sldId="256"/>
            <ac:grpSpMk id="8" creationId="{13255C32-8688-73CF-3FC2-D90496C1A5BF}"/>
          </ac:grpSpMkLst>
        </pc:grpChg>
        <pc:grpChg chg="add mod">
          <ac:chgData name="David Ferrer Ferrando" userId="82e4dac2-e82b-42ca-8a9f-3448fe939e5b" providerId="ADAL" clId="{5F1B691C-1EA4-461B-8C36-EF772F55218E}" dt="2026-06-17T12:25:53.414" v="96" actId="164"/>
          <ac:grpSpMkLst>
            <pc:docMk/>
            <pc:sldMk cId="104226781" sldId="256"/>
            <ac:grpSpMk id="10" creationId="{1A74B56F-4DA3-9DD9-3119-2C1641796E73}"/>
          </ac:grpSpMkLst>
        </pc:grpChg>
        <pc:grpChg chg="add mod">
          <ac:chgData name="David Ferrer Ferrando" userId="82e4dac2-e82b-42ca-8a9f-3448fe939e5b" providerId="ADAL" clId="{5F1B691C-1EA4-461B-8C36-EF772F55218E}" dt="2026-06-17T12:25:53.414" v="96" actId="164"/>
          <ac:grpSpMkLst>
            <pc:docMk/>
            <pc:sldMk cId="104226781" sldId="256"/>
            <ac:grpSpMk id="14" creationId="{5194280B-21C1-DD54-7DAD-CC1BFBAF8E41}"/>
          </ac:grpSpMkLst>
        </pc:grpChg>
        <pc:picChg chg="add mod">
          <ac:chgData name="David Ferrer Ferrando" userId="82e4dac2-e82b-42ca-8a9f-3448fe939e5b" providerId="ADAL" clId="{5F1B691C-1EA4-461B-8C36-EF772F55218E}" dt="2026-06-17T12:22:27.348" v="78" actId="164"/>
          <ac:picMkLst>
            <pc:docMk/>
            <pc:sldMk cId="104226781" sldId="256"/>
            <ac:picMk id="5" creationId="{1F283B17-8B63-30F8-87AB-DD4ED168BA15}"/>
          </ac:picMkLst>
        </pc:picChg>
        <pc:picChg chg="add mod modCrop">
          <ac:chgData name="David Ferrer Ferrando" userId="82e4dac2-e82b-42ca-8a9f-3448fe939e5b" providerId="ADAL" clId="{5F1B691C-1EA4-461B-8C36-EF772F55218E}" dt="2026-06-17T12:23:10.752" v="83" actId="732"/>
          <ac:picMkLst>
            <pc:docMk/>
            <pc:sldMk cId="104226781" sldId="256"/>
            <ac:picMk id="7" creationId="{2BD6B16E-FCDC-A4E8-D064-67BDEC7EFE4B}"/>
          </ac:picMkLst>
        </pc:picChg>
        <pc:picChg chg="add mod modCrop">
          <ac:chgData name="David Ferrer Ferrando" userId="82e4dac2-e82b-42ca-8a9f-3448fe939e5b" providerId="ADAL" clId="{5F1B691C-1EA4-461B-8C36-EF772F55218E}" dt="2026-06-17T12:23:19.512" v="84" actId="164"/>
          <ac:picMkLst>
            <pc:docMk/>
            <pc:sldMk cId="104226781" sldId="256"/>
            <ac:picMk id="9" creationId="{72D71B70-F548-30E0-E37E-FFEF2F72B8ED}"/>
          </ac:picMkLst>
        </pc:picChg>
        <pc:picChg chg="add del mod">
          <ac:chgData name="David Ferrer Ferrando" userId="82e4dac2-e82b-42ca-8a9f-3448fe939e5b" providerId="ADAL" clId="{5F1B691C-1EA4-461B-8C36-EF772F55218E}" dt="2026-06-17T12:25:45.951" v="95" actId="478"/>
          <ac:picMkLst>
            <pc:docMk/>
            <pc:sldMk cId="104226781" sldId="256"/>
            <ac:picMk id="12" creationId="{06D316B8-B8C9-A198-9179-93F09063C84F}"/>
          </ac:picMkLst>
        </pc:picChg>
        <pc:picChg chg="add mod modCrop">
          <ac:chgData name="David Ferrer Ferrando" userId="82e4dac2-e82b-42ca-8a9f-3448fe939e5b" providerId="ADAL" clId="{5F1B691C-1EA4-461B-8C36-EF772F55218E}" dt="2026-06-17T12:25:53.414" v="96" actId="164"/>
          <ac:picMkLst>
            <pc:docMk/>
            <pc:sldMk cId="104226781" sldId="256"/>
            <ac:picMk id="13" creationId="{A3AA573C-DE6A-E1D4-1C90-21AF63A13192}"/>
          </ac:picMkLst>
        </pc:picChg>
        <pc:picChg chg="add mod modCrop">
          <ac:chgData name="David Ferrer Ferrando" userId="82e4dac2-e82b-42ca-8a9f-3448fe939e5b" providerId="ADAL" clId="{5F1B691C-1EA4-461B-8C36-EF772F55218E}" dt="2026-06-17T12:26:54.126" v="104" actId="1076"/>
          <ac:picMkLst>
            <pc:docMk/>
            <pc:sldMk cId="104226781" sldId="256"/>
            <ac:picMk id="16" creationId="{0CA8A04A-0266-FC48-8E08-764C1EAD81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43F7B-52FA-2810-36A7-6C9A1D49C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EDD685-E635-7D77-19CE-F8D1BD3E6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634EA0-A382-2417-2148-4C517B5E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AC7A94-D7EB-CEBC-614F-66197604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87A648-E89F-61D1-BDE4-3F53A282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78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3D32B-6CF6-7903-A6BB-D94227A5A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198ACB-0634-167B-C3D3-80201241D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A16B72-8F67-92E8-9475-1EA0F5E3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A8C01B-006B-39AB-B0C9-22B4E74F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0A4F3C-AA20-F1A0-963D-B75DDDD0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464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6333F-397C-86CD-2525-1D5A5434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AB0200-5F35-16A5-C49C-47378DF16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892881-6829-733B-42C8-9E1084DC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D17B18-0BF9-7419-5E02-DC0C2D20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130E8F-A1F1-7909-D8D8-2B21B4F4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233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53969-2F0A-2D21-80DB-32195853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ABAD5-C5B8-DD93-6814-B6656091E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57FB3A-8F42-9FC9-5950-DDCFA69D2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249D4-E244-6098-B484-9BE2A4F9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98C73D-7FE0-0D71-EA62-693EA30D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2D71BF-0814-093F-A0C5-782B1300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05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806E8-7620-CD34-8882-FC4E8478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D7788F-2C5F-FCBC-C129-45AC3557D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6C8DC3-8258-CD0C-DC1D-383415618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31AE41-FB6F-4FE4-6A9A-431DE7D3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33584B-EBEE-0A71-92E7-36FD9E3CE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E01AE3-7DDD-98AA-C78A-72DF2330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DD0EFC-5933-8E35-B162-E4AF7A9D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A4FB77-ED17-A667-8C0E-2A38E938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441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AEBBE-E842-0530-8F0A-872C93B2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5085A3-C76E-C3B6-3FEC-FF76E5CF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EFCA35-6095-8421-05FB-F6AC7065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905263-34A6-776E-439A-6DF382A8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86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502A20-D3CD-D035-D062-BA385C84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27507B-71E9-FF54-E2CB-B6E8E990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2DB754-0098-23AC-E547-A749B5A3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8976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E3FE5-5920-1BE0-4D8E-88D02203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2656EF-591A-7D8C-0A67-987AB7CA8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854EEB-795F-8919-4B38-11E2347C0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639C2D-8023-C689-EE1F-D93641AD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1FC553-760A-1279-8975-6F723B0A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3456B3-B24C-4A4E-B333-BC92E3A8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082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7C380-030F-5954-4CED-B5F52712A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93D078-DCA6-83D0-2FE3-A4C1FDCA5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1215E6-1D15-4A1B-2758-5970FD423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E2CAE3-6307-F6C2-7CAE-0FED0DA18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C8DD0A-4A5B-DCC0-DC6E-9A414C7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111D3B-4C4B-C17B-2A90-559921C5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7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0BB20-2FF3-C419-8FC0-3901D252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8DF908-B9D1-095F-53E7-42DB5CAEB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43A7C-5C89-DFC1-B80A-D23660D04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8C95E6-6131-2B4B-0F3A-19629EC8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69CF71-2821-484D-31BF-ED0F3C8F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074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68523F-6A49-6941-89B4-29233C1EE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C11F50-C2CC-133D-0F6D-C91E22A0A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356CF3-E611-7327-7218-2896BAF0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1D0699-FBCB-2929-876A-028FD4C0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0000AE-C0DF-18F4-5BD3-13805799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22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8A2D25-482B-051C-8B35-C6CD495D7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991BFC-2764-4730-9C88-93CB30BF7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EB965-1AA2-683E-D567-5429A027E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EF4B3-B467-4019-8499-44A707C42A08}" type="datetimeFigureOut">
              <a:rPr lang="es-ES" smtClean="0"/>
              <a:t>17/06/2026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1F6066-0A9A-1771-D441-6CD12C1AC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27B456-CD1E-6E82-5E2D-5ABF550FA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0BF05-F83C-4536-84A3-411D1C76C21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64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5194280B-21C1-DD54-7DAD-CC1BFBAF8E41}"/>
              </a:ext>
            </a:extLst>
          </p:cNvPr>
          <p:cNvGrpSpPr/>
          <p:nvPr/>
        </p:nvGrpSpPr>
        <p:grpSpPr>
          <a:xfrm>
            <a:off x="80725" y="2833201"/>
            <a:ext cx="8001555" cy="3894157"/>
            <a:chOff x="80725" y="2833201"/>
            <a:chExt cx="8001555" cy="389415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1A74B56F-4DA3-9DD9-3119-2C1641796E73}"/>
                </a:ext>
              </a:extLst>
            </p:cNvPr>
            <p:cNvGrpSpPr/>
            <p:nvPr/>
          </p:nvGrpSpPr>
          <p:grpSpPr>
            <a:xfrm>
              <a:off x="80725" y="2833201"/>
              <a:ext cx="7922567" cy="3894157"/>
              <a:chOff x="842725" y="1481921"/>
              <a:chExt cx="7922567" cy="3894157"/>
            </a:xfrm>
          </p:grpSpPr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13255C32-8688-73CF-3FC2-D90496C1A5BF}"/>
                  </a:ext>
                </a:extLst>
              </p:cNvPr>
              <p:cNvGrpSpPr/>
              <p:nvPr/>
            </p:nvGrpSpPr>
            <p:grpSpPr>
              <a:xfrm>
                <a:off x="842725" y="1481921"/>
                <a:ext cx="7922567" cy="3894157"/>
                <a:chOff x="842725" y="1481921"/>
                <a:chExt cx="7922567" cy="3894157"/>
              </a:xfrm>
            </p:grpSpPr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1F283B17-8B63-30F8-87AB-DD4ED168BA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42725" y="1481921"/>
                  <a:ext cx="6180356" cy="3894157"/>
                </a:xfrm>
                <a:prstGeom prst="rect">
                  <a:avLst/>
                </a:prstGeom>
              </p:spPr>
            </p:pic>
            <p:pic>
              <p:nvPicPr>
                <p:cNvPr id="7" name="Imagen 6">
                  <a:extLst>
                    <a:ext uri="{FF2B5EF4-FFF2-40B4-BE49-F238E27FC236}">
                      <a16:creationId xmlns:a16="http://schemas.microsoft.com/office/drawing/2014/main" id="{2BD6B16E-FCDC-A4E8-D064-67BDEC7EFE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1447"/>
                <a:stretch>
                  <a:fillRect/>
                </a:stretch>
              </p:blipFill>
              <p:spPr>
                <a:xfrm>
                  <a:off x="5541753" y="1793601"/>
                  <a:ext cx="3223539" cy="3582477"/>
                </a:xfrm>
                <a:prstGeom prst="rect">
                  <a:avLst/>
                </a:prstGeom>
              </p:spPr>
            </p:pic>
          </p:grpSp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72D71B70-F548-30E0-E37E-FFEF2F72B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91426"/>
              <a:stretch>
                <a:fillRect/>
              </a:stretch>
            </p:blipFill>
            <p:spPr>
              <a:xfrm>
                <a:off x="5541752" y="1481922"/>
                <a:ext cx="3223539" cy="311680"/>
              </a:xfrm>
              <a:prstGeom prst="rect">
                <a:avLst/>
              </a:prstGeom>
            </p:spPr>
          </p:pic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3AA573C-DE6A-E1D4-1C90-21AF63A13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98722"/>
            <a:stretch>
              <a:fillRect/>
            </a:stretch>
          </p:blipFill>
          <p:spPr>
            <a:xfrm>
              <a:off x="8003291" y="2833201"/>
              <a:ext cx="78989" cy="3894157"/>
            </a:xfrm>
            <a:prstGeom prst="rect">
              <a:avLst/>
            </a:prstGeom>
          </p:spPr>
        </p:pic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0CA8A04A-0266-FC48-8E08-764C1EAD81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40"/>
          <a:stretch>
            <a:fillRect/>
          </a:stretch>
        </p:blipFill>
        <p:spPr>
          <a:xfrm>
            <a:off x="4000920" y="130642"/>
            <a:ext cx="8004742" cy="3582478"/>
          </a:xfrm>
          <a:prstGeom prst="roundRect">
            <a:avLst>
              <a:gd name="adj" fmla="val 571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4226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1</cp:revision>
  <dcterms:created xsi:type="dcterms:W3CDTF">2026-06-17T12:20:42Z</dcterms:created>
  <dcterms:modified xsi:type="dcterms:W3CDTF">2026-06-17T12:27:04Z</dcterms:modified>
</cp:coreProperties>
</file>